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468880"/>
            <a:ext cx="182880" cy="173736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2395728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Agent 功能规划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31012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下半年工作计划  ·  整体 11/30 完成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82219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自然语言生成 3D 场景，生成后可预览、编辑、调参、导出工程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82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五大能力块 · 拆分子任务 · 完成事件 · 架构图 · 时间线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3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总体目标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一句话：用户描述 → AI 生成 3D 场景 → 预览 / 编辑 / 调参 / 导出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把现有「自然语言生成 2D 页面」的能力扩展到「自然语言生成 3D 场景」：用户用一句话描述场景需求，AI 自动生成可运行的 3D 场景，生成后可预览、编辑、调参，并导出工程供二次开发。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核心流程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3246120"/>
            <a:ext cx="2542032" cy="960120"/>
          </a:xfrm>
          <a:prstGeom prst="rect">
            <a:avLst/>
          </a:prstGeom>
          <a:solidFill>
            <a:srgbClr val="3B6ED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3246120"/>
            <a:ext cx="2542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自然语言需求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08960" y="3246120"/>
            <a:ext cx="2834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92424" y="3246120"/>
            <a:ext cx="2542032" cy="96012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11" name="Text 9"/>
          <p:cNvSpPr/>
          <p:nvPr/>
        </p:nvSpPr>
        <p:spPr>
          <a:xfrm>
            <a:off x="3392424" y="3246120"/>
            <a:ext cx="2542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 3D 场景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34456" y="3246120"/>
            <a:ext cx="2834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7920" y="3246120"/>
            <a:ext cx="2542032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246120"/>
            <a:ext cx="2542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实时预览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59952" y="3246120"/>
            <a:ext cx="2834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43416" y="3246120"/>
            <a:ext cx="2542032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9043416" y="3246120"/>
            <a:ext cx="25420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 / 调参 / 导出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整体完成时间：11 月 30 日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928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：降低 3D 场景搭建门槛，非专业人员也能用自然语言产出可二次开发的 3D 工程。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Agent 功能规划 · 下半年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3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 → 生成引擎 → 3D 场景 → 预览/编辑/调参/导出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280160" y="1371600"/>
            <a:ext cx="5486400" cy="640080"/>
          </a:xfrm>
          <a:prstGeom prst="rect">
            <a:avLst/>
          </a:prstGeom>
          <a:solidFill>
            <a:srgbClr val="3B6ED8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371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自然语言需求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280160" y="2395728"/>
            <a:ext cx="5486400" cy="86868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395728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场景生成引擎（AI Agent）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2644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280160" y="3657600"/>
            <a:ext cx="5486400" cy="640080"/>
          </a:xfrm>
          <a:prstGeom prst="rect">
            <a:avLst/>
          </a:prstGeom>
          <a:solidFill>
            <a:srgbClr val="1F2329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657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场景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280160" y="4681728"/>
            <a:ext cx="548640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68172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 / 编辑 / 调参 / 导出工程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863840" y="1783080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178308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设计规范（指导生成）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63840" y="2459736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245973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组件库（调用组件）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863840" y="3136392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313639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26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资源库（调用模型 / 按需生成）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1783080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40880" y="2459736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40880" y="3136392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◄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40880" y="37490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生成时调用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" y="55321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一句话流程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：用户描述 → AI 基于组件库 / 资源库 / 设计规范生成 3D 场景 → 生成后预览、编辑、调参、导出。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Agent 功能规划 · 下半年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3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五大能力块总览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 11/30 完成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286000"/>
                <a:gridCol w="3977640"/>
                <a:gridCol w="3108960"/>
                <a:gridCol w="1399032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完成事件（达标定义）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构建 3D 组件库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沉淀可复用 3D 组件 + 文档，供生成时调用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组件齐全 + 文档可被 AI 检索调用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月底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26D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构建 3D 资源库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26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模型/贴图资产库 + AI 按需生成 + 兜底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可检索 + AI 按需生成 + 失败兜底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26D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月底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接入 3D 设计规范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规范文档喂给 AI，指导生成符合规范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规范接入 AI，生成符合规范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月中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9F6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构建场景生成能力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自然语言生成场景 + 评审精修闭环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一句话生成 + 自动精修出图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9F6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月底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6ED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构建编辑调参能力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生成后预览/编辑/调参/导出工程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可编辑/调参/导出二次开发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6ED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 月底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下方逐块拆分子任务与完成事件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Agent 功能规划 · 下半年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能力块 1 · 构建 3D 组件库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沉淀可复用的 3D 场景组件并文档化，作为生成时的「积木库」。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拆分子任务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1691640"/>
            <a:ext cx="11064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组件梳理与沉淀：将网格、墙体、路径、热力图、文字标注、实例化网格等常用 3D 组件沉淀为统一可复用库组件，统一版本与发布。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组件结构化文档：每个组件生成结构化文档（用途、参数表、默认值、用法示例），机器可读。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AI 检索工具：提供「组件目录查询 + 单组件详情」两个工具，让生成 AI 按需查阅，不全量塞入上下文。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文档覆盖补全：确保文档覆盖全部对外组件，消除 AI 选型盲区。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5715000"/>
            <a:ext cx="110642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742432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完成事件：</a:t>
            </a:r>
            <a:pPr indent="0" marL="0">
              <a:buNone/>
            </a:pPr>
            <a:r>
              <a:rPr lang="en-US" sz="13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组件齐全 + 文档完整可被 AI 检索调用。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326880" y="574243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月底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Agent 功能规划 · 下半年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26D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能力块 2 · 构建 3D 资源库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/ 贴图资产库，支持检索与 AI 按需生成缺失资源。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拆分子任务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1691640"/>
            <a:ext cx="11064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资产清单建设：模型 / 贴图统一入库，manifest 含名称、类别、标签、缩略图、格式、多边形数等元信息。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资产检索：按名称 / 标签 / 类别检索，支持缩略图预览，供生成 AI 选用。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AI 按需生成：库中缺失时调 AI（混元 3D）生成模型，结果回写资源库后续复用，避免重复消耗配额。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 生成兜底：AI 生成失败时用低多边形兜底模型，保证生成流程不中断。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5715000"/>
            <a:ext cx="110642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C026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742432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26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完成事件：</a:t>
            </a:r>
            <a:pPr indent="0" marL="0">
              <a:buNone/>
            </a:pPr>
            <a:r>
              <a:rPr lang="en-US" sz="13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资产可检索 + AI 按需生成 + 失败有兜底。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326880" y="574243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026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月底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Agent 功能规划 · 下半年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能力块 3 · 接入 3D 设计规范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把组件能力与设计规范喂给 AI，指导生成符合规范的场景。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拆分子任务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1691640"/>
            <a:ext cx="11064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规范文档梳理：整理 3D 场景设计规范（组件选用规则、布局原则、风格一致性、性能约束等）。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规范接入生成：把组件文档 + 设计规范作为生成依据注入生成流程。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选型引导：生成前 AI 先查组件库 / 资源库完成选型，再据此生成，避免凭空臆造。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 生成规范校验：生成结果对照规范做确定性校验（如布局冲突检测），不达标返回精修。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5715000"/>
            <a:ext cx="110642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742432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完成事件：</a:t>
            </a:r>
            <a:pPr indent="0" marL="0">
              <a:buNone/>
            </a:pPr>
            <a:r>
              <a:rPr lang="en-US" sz="13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规范接入 AI，生成结果符合规范。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326880" y="574243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月中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Agent 功能规划 · 下半年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能力块 4 · 构建场景生成能力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 → 自动生成 3D 场景，含「生成—评审—精修」自动闭环。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拆分子任务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1691640"/>
            <a:ext cx="11064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意图理解：解析用户自然语言，识别要生成 / 修改的场景类型与要素。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场景规划：规划相机、灯光、分区结构与组件 / 资源选型。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代码生成：自动产出可运行的 3D 场景代码（组件调用 + 资源引用）。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4.4 生成—评审—精修闭环：自动截图 → AI 多模态打分 → 不达标自动精修（有界循环，避免无限消耗）。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5715000"/>
            <a:ext cx="110642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E9F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742432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完成事件：</a:t>
            </a:r>
            <a:pPr indent="0" marL="0">
              <a:buNone/>
            </a:pPr>
            <a:r>
              <a:rPr lang="en-US" sz="13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一句话生成场景 + 自动精修达标出图。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326880" y="574243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月底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Agent 功能规划 · 下半年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B6E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能力块 5 · 构建编辑调参能力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生成后可预览、编辑、调参，并导出工程供二次开发。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拆分子任务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1691640"/>
            <a:ext cx="11064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场景预览：生成后实时预览 3D 场景，支持视角操控。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属性编辑：选中物体可编辑变换（位置 / 旋转 / 缩放）、材质、几何参数。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参数调参：基于组件参数定义自动生成调参面板，改值实时回写场景。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工程导出：导出可运行工程（代码 + 资源 + 说明文档），支持二次开发接入真实数据。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5715000"/>
            <a:ext cx="110642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3B6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742432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6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完成事件：</a:t>
            </a:r>
            <a:pPr indent="0" marL="0">
              <a:buNone/>
            </a:pPr>
            <a:r>
              <a:rPr lang="en-US" sz="13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 / 调参 / 导出二次开发。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326880" y="574243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B6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月底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Agent 功能规划 · 下半年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3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月底座 → 10 月生成闭环 → 11 月交付 → 11/30 整体完成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66160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月 · 底座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构建 3D 组件库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08152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构建 3D 资源库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566160" cy="73152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5544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月 · 生成闭环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514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接入 3D 设计规范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26280" y="308152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构建场景生成能力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566160" cy="731520"/>
          </a:xfrm>
          <a:prstGeom prst="rect">
            <a:avLst/>
          </a:prstGeom>
          <a:solidFill>
            <a:srgbClr val="3B6ED8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5544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月 · 交付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2514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构建编辑调参能力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21040" y="308152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工程导出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21040" y="364845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11/30 整体完成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1106424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0E9F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8920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</a:t>
            </a:r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：9 月底底座就绪 → 10 月底生成闭环跑通 → 11 月底编辑导出完成 → 11/30 整体交付。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Agent 功能规划 · 下半年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3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底座代码已基本就绪，进入联调与真实 AI 接入阶段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已完成（底座）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组件库已发布，文档自动生成与 AI 检索工具就绪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资源库 manifest、按需生成与低多边形兜底链路就绪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设计规范 prompt 片段与选型工具已接入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生成引擎框架重构完成，3-agent 代码生成流水线已落地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workspace / 版本历史 / 预览 / 编辑弹窗机制已落地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 / 待完成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178308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真实 AI（GLM / DeepSeek）端到端联调与密钥接入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资源检索工具接线，补齐组件文档覆盖盲区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生成—评审—精修有界循环与门控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调参面板与参数定义自动绑定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工程导出与生产部署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4800600"/>
            <a:ext cx="1106424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0E9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84632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：五大能力底座代码已基本就绪，处于「待真实 AI 端到端验证」临界点，按 9 / 10 / 11 月节奏推进至 11/30 整体完成。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Agent 功能规划 · 下半年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3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风险与依赖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132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提前识别，逐项应对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  <a:gridCol w="4325112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 / 依赖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9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 LLM 密钥（GLM / DeepSeek）未就位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生成闭环无法端到端验证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尽早申请密钥；mock 优先验证编排链路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混元密钥未就位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资源按需生成真实链路未验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兜底已就绪不阻塞；拿到密钥验证返回格式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三仓库协同（应用 / 引擎 / 组件库）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联调协调成本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统一分支与同步机制，分工明确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空间推理上限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布局冲突 / 物体重叠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已加确定性重叠检测（只检测 + 提示），prompt 持续优化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生成代码运行时安全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产出代码可能有缺陷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32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类型检查 + 运行时门控 + 有界循环兜底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Agent 功能规划 · 下半年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0"/>
            <a:ext cx="182880" cy="210312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2194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整体完成：11 月 30 日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63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五大能力块：组件库 · 资源库 · 设计规范 · 场景生成 · 编辑调参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自然语言生成 3D 场景，生成后可预览、编辑、调参、导出工程。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480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82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月底座  ·  10 月生成闭环  ·  11 月编辑导出  ·  11/30 交付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UXAI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3D Agent 功能规划</dc:subject>
  <dc:creator>3D Agent</dc:creator>
  <cp:lastModifiedBy>3D Agent</cp:lastModifiedBy>
  <cp:revision>1</cp:revision>
  <dcterms:created xsi:type="dcterms:W3CDTF">2026-08-18T12:14:40Z</dcterms:created>
  <dcterms:modified xsi:type="dcterms:W3CDTF">2026-08-18T12:14:40Z</dcterms:modified>
</cp:coreProperties>
</file>