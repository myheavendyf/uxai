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p>
            <a:r>
              <a:t>备注:重点跟进搜索问题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<Relationship Id="rId2" Type="http://schemas.openxmlformats.org/officeDocument/2006/relationships/notesSlide" Target="../notesSlides/notes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调研结论概览</a:t>
            </a:r>
          </a:p>
        </p:txBody>
      </p:sp>
      <p:sp>
        <p:txBody>
          <a:p>
            <a:r>
              <a:t>搜索 &amp; 推荐:入口太深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下一步计划</a:t>
            </a:r>
          </a:p>
        </p:txBody>
      </p:sp>
    </p:spTree>
  </p:cSld>
</p:sld>
</file>